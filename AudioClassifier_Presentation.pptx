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Clip-level %</c:v>
                </c:pt>
              </c:strCache>
            </c:strRef>
          </c:tx>
          <c:spPr>
            <a:solidFill>
              <a:srgbClr val="43A047"/>
            </a:solidFill>
            <a:ln w="38100" cap="flat">
              <a:solidFill>
                <a:srgbClr val="43A0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3A047"/>
              </a:solidFill>
              <a:ln w="9525" cap="flat">
                <a:solidFill>
                  <a:srgbClr val="43A0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+Extended
training</c:v>
                  </c:pt>
                  <c:pt idx="2">
                    <c:v>+More
data</c:v>
                  </c:pt>
                  <c:pt idx="3">
                    <c:v>+BatchNorm,
label smooth</c:v>
                  </c:pt>
                  <c:pt idx="4">
                    <c:v>+Temporal
context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85.3</c:v>
                </c:pt>
                <c:pt idx="1">
                  <c:v>86.5</c:v>
                </c:pt>
                <c:pt idx="2">
                  <c:v>87.5</c:v>
                </c:pt>
                <c:pt idx="3">
                  <c:v>87.5</c:v>
                </c:pt>
                <c:pt idx="4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Frame-level %</c:v>
                </c:pt>
              </c:strCache>
            </c:strRef>
          </c:tx>
          <c:spPr>
            <a:solidFill>
              <a:srgbClr val="2196F3"/>
            </a:solidFill>
            <a:ln w="3810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+Extended
training</c:v>
                  </c:pt>
                  <c:pt idx="2">
                    <c:v>+More
data</c:v>
                  </c:pt>
                  <c:pt idx="3">
                    <c:v>+BatchNorm,
label smooth</c:v>
                  </c:pt>
                  <c:pt idx="4">
                    <c:v>+Temporal
context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63.4</c:v>
                </c:pt>
                <c:pt idx="1">
                  <c:v>64.1</c:v>
                </c:pt>
                <c:pt idx="2">
                  <c:v>64.2</c:v>
                </c:pt>
                <c:pt idx="3">
                  <c:v>65.2</c:v>
                </c:pt>
                <c:pt idx="4">
                  <c:v>73.1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6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3888943"/>
            <a:ext cx="169164" cy="543154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8033004" y="3666744"/>
            <a:ext cx="169164" cy="987552"/>
          </a:xfrm>
          <a:prstGeom prst="roundRect">
            <a:avLst>
              <a:gd name="adj" fmla="val 50000"/>
            </a:avLst>
          </a:prstGeom>
          <a:solidFill>
            <a:srgbClr val="43A047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47888" y="3790188"/>
            <a:ext cx="169164" cy="740664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8462772" y="3481578"/>
            <a:ext cx="169164" cy="1357884"/>
          </a:xfrm>
          <a:prstGeom prst="roundRect">
            <a:avLst>
              <a:gd name="adj" fmla="val 50000"/>
            </a:avLst>
          </a:prstGeom>
          <a:solidFill>
            <a:srgbClr val="2196F3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77656" y="3642055"/>
            <a:ext cx="169164" cy="103693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7" name="Shape 5"/>
          <p:cNvSpPr/>
          <p:nvPr/>
        </p:nvSpPr>
        <p:spPr>
          <a:xfrm>
            <a:off x="8892540" y="3321101"/>
            <a:ext cx="169164" cy="1678838"/>
          </a:xfrm>
          <a:prstGeom prst="roundRect">
            <a:avLst>
              <a:gd name="adj" fmla="val 50000"/>
            </a:avLst>
          </a:prstGeom>
          <a:solidFill>
            <a:srgbClr val="FFC107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07424" y="3543300"/>
            <a:ext cx="169164" cy="123444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9322308" y="3172968"/>
            <a:ext cx="169164" cy="1975104"/>
          </a:xfrm>
          <a:prstGeom prst="roundRect">
            <a:avLst>
              <a:gd name="adj" fmla="val 50000"/>
            </a:avLst>
          </a:prstGeom>
          <a:solidFill>
            <a:srgbClr val="43A047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7192" y="3419856"/>
            <a:ext cx="169164" cy="148132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11" name="Shape 9"/>
          <p:cNvSpPr/>
          <p:nvPr/>
        </p:nvSpPr>
        <p:spPr>
          <a:xfrm>
            <a:off x="9752076" y="2987802"/>
            <a:ext cx="169164" cy="2345436"/>
          </a:xfrm>
          <a:prstGeom prst="roundRect">
            <a:avLst>
              <a:gd name="adj" fmla="val 50000"/>
            </a:avLst>
          </a:prstGeom>
          <a:solidFill>
            <a:srgbClr val="2196F3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3296412"/>
            <a:ext cx="169164" cy="172821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81844" y="3543300"/>
            <a:ext cx="169164" cy="1234440"/>
          </a:xfrm>
          <a:prstGeom prst="roundRect">
            <a:avLst>
              <a:gd name="adj" fmla="val 50000"/>
            </a:avLst>
          </a:prstGeom>
          <a:solidFill>
            <a:srgbClr val="FFC107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96728" y="3728466"/>
            <a:ext cx="169164" cy="864108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612" y="3419856"/>
            <a:ext cx="169164" cy="1481328"/>
          </a:xfrm>
          <a:prstGeom prst="roundRect">
            <a:avLst>
              <a:gd name="adj" fmla="val 50000"/>
            </a:avLst>
          </a:prstGeom>
          <a:solidFill>
            <a:srgbClr val="43A047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26496" y="3617366"/>
            <a:ext cx="169164" cy="1086307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1380" y="3814877"/>
            <a:ext cx="169164" cy="691286"/>
          </a:xfrm>
          <a:prstGeom prst="roundRect">
            <a:avLst>
              <a:gd name="adj" fmla="val 50000"/>
            </a:avLst>
          </a:prstGeom>
          <a:solidFill>
            <a:srgbClr val="2196F3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56264" y="3543300"/>
            <a:ext cx="169164" cy="123444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71148" y="3740810"/>
            <a:ext cx="169164" cy="839419"/>
          </a:xfrm>
          <a:prstGeom prst="roundRect">
            <a:avLst>
              <a:gd name="adj" fmla="val 50000"/>
            </a:avLst>
          </a:prstGeom>
          <a:solidFill>
            <a:srgbClr val="FFC107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686032" y="3913632"/>
            <a:ext cx="169164" cy="493776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00916" y="3790188"/>
            <a:ext cx="169164" cy="740664"/>
          </a:xfrm>
          <a:prstGeom prst="roundRect">
            <a:avLst>
              <a:gd name="adj" fmla="val 50000"/>
            </a:avLst>
          </a:prstGeom>
          <a:solidFill>
            <a:srgbClr val="43A047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685800"/>
            <a:ext cx="457200" cy="457200"/>
          </a:xfrm>
          <a:prstGeom prst="ellipse">
            <a:avLst/>
          </a:prstGeom>
          <a:solidFill>
            <a:srgbClr val="17212F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490" y="878647"/>
            <a:ext cx="23555" cy="71506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4" name="Shape 22"/>
          <p:cNvSpPr/>
          <p:nvPr/>
        </p:nvSpPr>
        <p:spPr>
          <a:xfrm>
            <a:off x="805696" y="851306"/>
            <a:ext cx="23555" cy="126187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5" name="Shape 23"/>
          <p:cNvSpPr/>
          <p:nvPr/>
        </p:nvSpPr>
        <p:spPr>
          <a:xfrm>
            <a:off x="856903" y="825017"/>
            <a:ext cx="23555" cy="178765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6" name="Shape 24"/>
          <p:cNvSpPr/>
          <p:nvPr/>
        </p:nvSpPr>
        <p:spPr>
          <a:xfrm>
            <a:off x="908109" y="856564"/>
            <a:ext cx="23555" cy="115672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7" name="Shape 25"/>
          <p:cNvSpPr/>
          <p:nvPr/>
        </p:nvSpPr>
        <p:spPr>
          <a:xfrm>
            <a:off x="959315" y="882853"/>
            <a:ext cx="23555" cy="63094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8" name="Text 26"/>
          <p:cNvSpPr/>
          <p:nvPr/>
        </p:nvSpPr>
        <p:spPr>
          <a:xfrm>
            <a:off x="1243584" y="658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 →  ON-DEVICE ML  →  ANDROID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19659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AudioClassifier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640080" y="324612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Native audio app built around a custom Java native module,</a:t>
            </a:r>
            <a:endParaRPr lang="en-US" sz="17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machine learning, and local persistence.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1294790" cy="420624"/>
          </a:xfrm>
          <a:prstGeom prst="roundRect">
            <a:avLst>
              <a:gd name="adj" fmla="val 50000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617720"/>
            <a:ext cx="12947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99462" y="4617720"/>
            <a:ext cx="577901" cy="420624"/>
          </a:xfrm>
          <a:prstGeom prst="roundRect">
            <a:avLst>
              <a:gd name="adj" fmla="val 50000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99462" y="4617720"/>
            <a:ext cx="5779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41955" y="4617720"/>
            <a:ext cx="1205179" cy="420624"/>
          </a:xfrm>
          <a:prstGeom prst="roundRect">
            <a:avLst>
              <a:gd name="adj" fmla="val 50000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1955" y="4617720"/>
            <a:ext cx="12051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11726" y="4617720"/>
            <a:ext cx="1563624" cy="420624"/>
          </a:xfrm>
          <a:prstGeom prst="roundRect">
            <a:avLst>
              <a:gd name="adj" fmla="val 50000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11726" y="461772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39942" y="4617720"/>
            <a:ext cx="757123" cy="420624"/>
          </a:xfrm>
          <a:prstGeom prst="roundRect">
            <a:avLst>
              <a:gd name="adj" fmla="val 50000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39942" y="4617720"/>
            <a:ext cx="7571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 ·  github.com/SelenaG4/AudioClassifier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10896" cy="310896"/>
          </a:xfrm>
          <a:prstGeom prst="ellipse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79776"/>
            <a:ext cx="16017" cy="4862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61184"/>
            <a:ext cx="16017" cy="8580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64330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64760"/>
            <a:ext cx="16017" cy="7865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82636"/>
            <a:ext cx="16017" cy="4290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5303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match a specific skills gap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calling for Android audio work named the exact API, the exact buffer behavior, and the exact reason it's needed.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0E141F"/>
          </a:solidFill>
          <a:ln/>
          <a:effectLst>
            <a:outerShdw sx="100000" sy="100000" kx="0" ky="0" algn="bl" rotWithShape="0" blurRad="177800" dist="50800" dir="5400000">
              <a:srgbClr val="1B243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78892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“Microphone access, raw PCM buffer</a:t>
            </a:r>
            <a:endParaRPr lang="en-US" sz="19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management, sample rate configuration.</a:t>
            </a:r>
            <a:endParaRPr lang="en-US" sz="19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API:”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51560" y="4297680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17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976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android.media.AudioRecord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9377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 job posting, Android Audio APIs row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5486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level: “built a production audio app.”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2331720"/>
            <a:ext cx="5577840" cy="3794760"/>
          </a:xfrm>
          <a:prstGeom prst="roundRect">
            <a:avLst>
              <a:gd name="adj" fmla="val 2892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954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172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02552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access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02552" y="3447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RECORD_AUDIO permission via PermissionsAndroid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396849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931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02552" y="3913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PCM buffer management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02552" y="4206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getMinBufferSize(), background capture thread, WAV export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472744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6908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02552" y="4672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configuration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02552" y="49651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 kHz capture, decimated to 16 kHz for the ML model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5486400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54498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2552" y="5431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shell around it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702552" y="5724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UI, SQLite logging, JS-to-native bridge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1D2939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native module?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Native's JS thread can't keep up with continuous audio. AudioRecord.read() blocks until a buffer fills — so capture, resampling, and inference run entirely in Java on their own threads.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77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(REACT)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81635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D293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816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40156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D2939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986784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D2939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RECEIVED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5157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onAmplitude   ~20×/sec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5229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onClassification   ~1×/sec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3973068"/>
            <a:ext cx="822960" cy="512064"/>
          </a:xfrm>
          <a:prstGeom prst="rightArrow">
            <a:avLst/>
          </a:prstGeom>
          <a:solidFill>
            <a:srgbClr val="2231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2103120"/>
            <a:ext cx="5669280" cy="4251960"/>
          </a:xfrm>
          <a:prstGeom prst="roundRect">
            <a:avLst>
              <a:gd name="adj" fmla="val 2581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NATIVE MODULES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862072"/>
            <a:ext cx="310896" cy="310896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01968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 setup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01968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44.1kHz mono PCM · buffer sized 4× minimum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575304"/>
            <a:ext cx="310896" cy="31089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01968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thread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01968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loop, volatile stop flag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288536"/>
            <a:ext cx="310896" cy="310896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01968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YAMNet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01968" y="4507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decimation feeds the classifier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5001768"/>
            <a:ext cx="310896" cy="31089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01968" y="4946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+ SQLite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01968" y="5221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joins, header written, event logged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tap to on-device detection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464308" y="1325880"/>
            <a:ext cx="2286000" cy="405317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52400" dist="38100" dir="5400000">
              <a:srgbClr val="1B2430">
                <a:alpha val="14000"/>
              </a:srgbClr>
            </a:outerShdw>
          </a:effectLst>
        </p:spPr>
      </p:sp>
      <p:pic>
        <p:nvPicPr>
          <p:cNvPr id="11" name="Image 0" descr="assets/shot_recording_start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748" y="1417320"/>
            <a:ext cx="2103120" cy="3870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55748" y="543392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Capture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418588" y="574481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starts, live level meter and waveform update ~20×/sec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51476" y="1325880"/>
            <a:ext cx="2286000" cy="405317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52400" dist="38100" dir="5400000">
              <a:srgbClr val="1B2430">
                <a:alpha val="14000"/>
              </a:srgbClr>
            </a:outerShdw>
          </a:effectLst>
        </p:spPr>
      </p:sp>
      <p:pic>
        <p:nvPicPr>
          <p:cNvPr id="15" name="Image 1" descr="assets/shot_classifying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417320"/>
            <a:ext cx="2103120" cy="3870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2916" y="543392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Classify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05756" y="574481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YAMNet predictions with confidence bars, ~1×/sec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438644" y="1325880"/>
            <a:ext cx="2286000" cy="405317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52400" dist="38100" dir="5400000">
              <a:srgbClr val="1B2430">
                <a:alpha val="14000"/>
              </a:srgbClr>
            </a:outerShdw>
          </a:effectLst>
        </p:spPr>
      </p:sp>
      <p:pic>
        <p:nvPicPr>
          <p:cNvPr id="19" name="Image 2" descr="assets/shot_history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1417320"/>
            <a:ext cx="2103120" cy="38702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30084" y="543392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Persist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392924" y="574481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confident detection logged to SQLite, survives restarts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43A047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43A047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43A0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43A047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buffer, two consumers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49961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PCM buffer read from the microphone feeds a WAV writer and a live amplitude signal; roughly once a second, an accumulated window also feeds the classifier.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847088" cy="3291840"/>
          </a:xfrm>
          <a:prstGeom prst="roundRect">
            <a:avLst>
              <a:gd name="adj" fmla="val 5941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4168" y="2606040"/>
            <a:ext cx="438912" cy="43891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16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4672" y="3630168"/>
            <a:ext cx="1517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PermissionsAndroid requests RECORD_AUDIO before any native call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37369" y="3849624"/>
            <a:ext cx="317937" cy="256032"/>
          </a:xfrm>
          <a:prstGeom prst="rightArrow">
            <a:avLst/>
          </a:prstGeom>
          <a:solidFill>
            <a:srgbClr val="D7D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05506" y="2331720"/>
            <a:ext cx="1847088" cy="3291840"/>
          </a:xfrm>
          <a:prstGeom prst="roundRect">
            <a:avLst>
              <a:gd name="adj" fmla="val 5941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9594" y="2606040"/>
            <a:ext cx="438912" cy="43891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3609594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42666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70098" y="3630168"/>
            <a:ext cx="1517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getMinBufferSize() sizes the buffer 4× over; model loads and reports 16kHz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2795" y="3849624"/>
            <a:ext cx="317937" cy="256032"/>
          </a:xfrm>
          <a:prstGeom prst="rightArrow">
            <a:avLst/>
          </a:prstGeom>
          <a:solidFill>
            <a:srgbClr val="D7DC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170932" y="2331720"/>
            <a:ext cx="1847088" cy="3291840"/>
          </a:xfrm>
          <a:prstGeom prst="roundRect">
            <a:avLst>
              <a:gd name="adj" fmla="val 5941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5020" y="2606040"/>
            <a:ext cx="438912" cy="43891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5" name="Text 23"/>
          <p:cNvSpPr/>
          <p:nvPr/>
        </p:nvSpPr>
        <p:spPr>
          <a:xfrm>
            <a:off x="587502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8092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335524" y="3630168"/>
            <a:ext cx="1517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loops on audioRecord.read(), no allocations mid-loop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68221" y="3849624"/>
            <a:ext cx="317937" cy="256032"/>
          </a:xfrm>
          <a:prstGeom prst="rightArrow">
            <a:avLst/>
          </a:prstGeom>
          <a:solidFill>
            <a:srgbClr val="D7DCE5"/>
          </a:solidFill>
          <a:ln/>
        </p:spPr>
      </p:sp>
      <p:sp>
        <p:nvSpPr>
          <p:cNvPr id="29" name="Shape 27"/>
          <p:cNvSpPr/>
          <p:nvPr/>
        </p:nvSpPr>
        <p:spPr>
          <a:xfrm>
            <a:off x="7436358" y="2331720"/>
            <a:ext cx="1847088" cy="3291840"/>
          </a:xfrm>
          <a:prstGeom prst="roundRect">
            <a:avLst>
              <a:gd name="adj" fmla="val 5941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0446" y="2606040"/>
            <a:ext cx="438912" cy="43891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1" name="Text 29"/>
          <p:cNvSpPr/>
          <p:nvPr/>
        </p:nvSpPr>
        <p:spPr>
          <a:xfrm>
            <a:off x="8140446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73518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600950" y="3630168"/>
            <a:ext cx="1517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44.1kHz → 16kHz via fractional decimation, normalized to −1…1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33647" y="3849624"/>
            <a:ext cx="317937" cy="256032"/>
          </a:xfrm>
          <a:prstGeom prst="rightArrow">
            <a:avLst/>
          </a:prstGeom>
          <a:solidFill>
            <a:srgbClr val="D7DCE5"/>
          </a:solidFill>
          <a:ln/>
        </p:spPr>
      </p:sp>
      <p:sp>
        <p:nvSpPr>
          <p:cNvPr id="35" name="Shape 33"/>
          <p:cNvSpPr/>
          <p:nvPr/>
        </p:nvSpPr>
        <p:spPr>
          <a:xfrm>
            <a:off x="9701784" y="2331720"/>
            <a:ext cx="1847088" cy="3291840"/>
          </a:xfrm>
          <a:prstGeom prst="roundRect">
            <a:avLst>
              <a:gd name="adj" fmla="val 5941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05872" y="2606040"/>
            <a:ext cx="438912" cy="43891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5872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38944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+ log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866376" y="3630168"/>
            <a:ext cx="1517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window → top-3 sorted → emitted to JS → SQLite insert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1D2939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TOOLING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YAMNet on ESC-50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frozen embeddings, kept as a separate Python notebook — the app ships stock YAMNet, per the role's own scoping of ML work as offline tooling.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6829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32688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CLIP-LEVEL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2240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36829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98848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CLASSES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240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36829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065008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ESC-50 AUDIO CLIPS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881360" cy="2514600"/>
          </a:xfrm>
          <a:prstGeom prst="roundRect">
            <a:avLst>
              <a:gd name="adj" fmla="val 4364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BY ITERATION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4114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88.0% clip-level  ·  73.1% frame-level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68680" y="4434840"/>
          <a:ext cx="104241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against the role, row by row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10881360" cy="4626864"/>
          </a:xfrm>
          <a:prstGeom prst="roundRect">
            <a:avLst>
              <a:gd name="adj" fmla="val 1976"/>
            </a:avLst>
          </a:prstGeom>
          <a:solidFill>
            <a:srgbClr val="F8F9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920240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9019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Java native module, event bridge, top-3 UI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2304288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248716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24688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23042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Native (Java)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30428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AudioCaptureModule, AudioClassifierModule, package wiring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2871216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05409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0358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28712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Audio APIs — AudioRecord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87121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44.1kHz PCM capture, manual buffer sizing, WAV export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3438144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362102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36027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61872" y="34381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43814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YAMNet inference via Task Audio library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4005072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418795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41696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4005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Processing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40050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Resampling, windowing, peak-amplitude, temporal context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" y="4572000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" y="4754880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" y="4736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61872" y="4572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local storage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45720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event log, parameterized queries, aggregate count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68680" y="5138928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532180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2" name="Text 40"/>
          <p:cNvSpPr/>
          <p:nvPr/>
        </p:nvSpPr>
        <p:spPr>
          <a:xfrm>
            <a:off x="932688" y="530352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61872" y="51389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version control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63440" y="513892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public repos, commit history, documented decisions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68680" y="5705856"/>
            <a:ext cx="1042416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2688" y="588873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932688" y="5870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261872" y="57058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pipeline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63440" y="570585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ESC-50 fine-tuning notebook — offline tooling, as scoped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717879" y="634056"/>
            <a:ext cx="16017" cy="48624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752699" y="615464"/>
            <a:ext cx="16017" cy="85807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787519" y="597588"/>
            <a:ext cx="16017" cy="121560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6" name="Shape 4"/>
          <p:cNvSpPr/>
          <p:nvPr/>
        </p:nvSpPr>
        <p:spPr>
          <a:xfrm>
            <a:off x="822340" y="619040"/>
            <a:ext cx="16017" cy="78657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857160" y="636916"/>
            <a:ext cx="16017" cy="42904"/>
          </a:xfrm>
          <a:prstGeom prst="roundRect">
            <a:avLst>
              <a:gd name="adj" fmla="val 50001"/>
            </a:avLst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484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worth explaining, not just code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51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the SQLite library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react-native-sqlite-storage still declares the retired jcenter() repository and fails outright under Gradle 9. Moved to react-native-nitro-sqlite, built for the New Architecture.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651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trained model out of the app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709160" y="35204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YAMNet needs the Flex delegate (SELECT_TF_OPS) — 20-40MB and a lower-level API. Scoped as offline tooling, exactly as the role described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2651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temporal-context windowing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58200" y="35204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accuracy stalled at ~65% because single frames lack context. Concatenating 3 consecutive embeddings pushed it to 73% — the single largest gain.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AudioClassifier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3612" y="1273302"/>
            <a:ext cx="182880" cy="288036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4046220" y="1177290"/>
            <a:ext cx="182880" cy="48006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4" name="Shape 2"/>
          <p:cNvSpPr/>
          <p:nvPr/>
        </p:nvSpPr>
        <p:spPr>
          <a:xfrm>
            <a:off x="4338828" y="1234897"/>
            <a:ext cx="182880" cy="364846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4631436" y="1119683"/>
            <a:ext cx="182880" cy="595274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4924044" y="1201293"/>
            <a:ext cx="182880" cy="432054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7" name="Shape 5"/>
          <p:cNvSpPr/>
          <p:nvPr/>
        </p:nvSpPr>
        <p:spPr>
          <a:xfrm>
            <a:off x="5216652" y="1057275"/>
            <a:ext cx="182880" cy="72009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8" name="Shape 6"/>
          <p:cNvSpPr/>
          <p:nvPr/>
        </p:nvSpPr>
        <p:spPr>
          <a:xfrm>
            <a:off x="5509260" y="1153287"/>
            <a:ext cx="182880" cy="528066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5801868" y="985266"/>
            <a:ext cx="182880" cy="8641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1105281"/>
            <a:ext cx="182880" cy="624078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7084" y="937260"/>
            <a:ext cx="182880" cy="96012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9692" y="1071677"/>
            <a:ext cx="182880" cy="69128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72300" y="1177290"/>
            <a:ext cx="182880" cy="48006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4908" y="1249299"/>
            <a:ext cx="182880" cy="336042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557516" y="1138885"/>
            <a:ext cx="182880" cy="55687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6" name="Shape 14"/>
          <p:cNvSpPr/>
          <p:nvPr/>
        </p:nvSpPr>
        <p:spPr>
          <a:xfrm>
            <a:off x="7850124" y="1215695"/>
            <a:ext cx="182880" cy="4032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17" name="Shape 15"/>
          <p:cNvSpPr/>
          <p:nvPr/>
        </p:nvSpPr>
        <p:spPr>
          <a:xfrm>
            <a:off x="8142732" y="1282903"/>
            <a:ext cx="182880" cy="268834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repositories, fully documented, ready to walk through in detail.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02636" y="397764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76956" y="4087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github.com/SelenaG4/AudioClassifier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76956" y="4453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· native module · SQLite · ML notebook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02636" y="502920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17212F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6956" y="5138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github.com/SelenaG4/RawAudioRecorder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76956" y="5504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Kotlin app · FFT spectrum · foreground service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2026-08-04T16:55:49Z</dcterms:created>
  <dcterms:modified xsi:type="dcterms:W3CDTF">2026-08-04T16:55:49Z</dcterms:modified>
</cp:coreProperties>
</file>